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B91C1C"/>
                </a:solidFill>
                <a:latin typeface="Calibri"/>
              </a:rPr>
              <a:t>KMC Incident Reporting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Kiira Motors Corporation · Production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54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Plant-wide web app for logging and tracking incidents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Replaces paper-based reporting with a controlled digital workflow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Built for shop-floor staff, supervisors, and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502920"/>
            <a:ext cx="2194560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IMAGE: KMC logo
(from login page or navbar)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B91C1C"/>
                </a:solidFill>
                <a:latin typeface="Calibri"/>
              </a:rPr>
              <a:t>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Secure login via Keycloak SSO (local demo mode for development)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Dashboard — open/closed counts + recent incidents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New incident — guided multi-step form with photos &amp; witnesses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Incident actions — verifier/approver queue with tabbed filters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History — search, filter, paginate, CSV export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Incident detail — full report, actions, signatories, timeline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Responsive UI — works on desktop and mobile browsers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417320"/>
            <a:ext cx="3017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IMAGE: Dashboard screenshot
(stat cards + recent incidents table)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B91C1C"/>
                </a:solidFill>
                <a:latin typeface="Calibri"/>
              </a:rPr>
              <a:t>Incident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Draft → Pending verification → Pending approval → Closed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Reporter submits → selects verifier → gets incident ID (MMYY###)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Verifier sets severity, selects approver, verifies or rejects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Approver closes case or rejects back to verifier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Returned reports go back for correction and resubmit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Email sent at submit, verify, reject, forward, and close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Rule: reporter, verifier, and approver must be 3 different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417320"/>
            <a:ext cx="3017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IMAGE: Incident detail page
(Pending verification — Report + Actions panels)
OR simple workflow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B91C1C"/>
                </a:solidFill>
                <a:latin typeface="Calibri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Drafts — save, edit, delete (private to reporter only)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Employee search — type-ahead verifier/approver from Keycloak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1–10 photos per report; at least 1 witness required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Late submission flag + reason if &gt; 30 min after incident time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Digital signatures pulled from Keycloak user profile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Full audit timeline on every incident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PDF export for closed cases (KMC branding, photos, signatures)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Role access — Employee, CEO (all + submit), Admin (all, no submit)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417320"/>
            <a:ext cx="3017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IMAGE: New incident form
(stepper + form fields)
OR History page with filters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B91C1C"/>
                </a:solidFill>
                <a:latin typeface="Calibri"/>
              </a:rPr>
              <a:t>Technology &amp;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Stack: Python 3.11+, Django 5, PostgreSQL, Keycloak OIDC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PDF generation, CSV export, email notifications built 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UI aligned to KMC design spec across all main screens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Automated tests with 80%+ coverage target on core modules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Configurable via environment (.env) — ready for plant deployment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Docs: README, SRS/SDD in docs/, demo accounts for UAT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417320"/>
            <a:ext cx="3017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IMAGE: Closed incident PDF sample
OR Incident actions queue tabs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